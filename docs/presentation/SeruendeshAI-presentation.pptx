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</p:sldIdLst>
  <p:sldSz cx="12192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0:00–0:15. Свободный час в Астане: куда пойти, что успеть и как дойти. SeruendeshAI отвечает 1–3 конкретными местами — почему подходят, сколько там провести и что делать. Всё, что покажем, работает на seruendesh.site. Команда YeahGrinders.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0:15–0:35. Карты дают сотни точек, но не отвечают на главное: успею ли я, будет ли открыто, когда дойду, подходит ли это мне сейчас — с ребёнком, в мороз, перед рейсом.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0:35–0:55. Чат слева, карта справа. Пишешь желание своими словами, даже «я у меги», — получаешь места, маршрут по улицам и следующую остановку. С телефона — как приложение, и тот же Серу в Telegram.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0:55–1:20. Пример прямо из задания: «Я у здания Экспо, хочу что-то необычное на 1–2 часа, пешком». Расстояние и минуты посчитал код по графу улиц, часы — с источником, а план визита написал ИИ по проверенным фактам.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1:20–1:50. «Я турист, у меня 2 часа перед вылетом»: в 14:00 у Байтерека быть в аэропорту нужно к 15:45. На карточке — «Выйти до 15:10», такси уже учтено, и строка «2 туда + 30 на месте + 35 обратно = 67 из 105 мин». Часы — на момент прихода, маршрут — по улицам, в мороз — места в тепле.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1:50–2:10. Готовые маршруты от твоей точки, разговорные названия вроде «я у меги», голос, три языка до названий мест, события Ticketon и Sxodim рядом с местами и MCP-коннектор для ИИ-агентов.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2:10–2:35. RAG: запрос разбирают правила и gpt-6-luna, код отбирает достижимые и открытые места, поиск BM25 + multilingual-e5 даёт 10 кандидатов. Новый шаг — проверка второй моделью. Затем gpt-6-luna выбирает 1–3 и объясняет; валидатор пропускает только места из кандидатов.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2:35–3:10. Главное новое: две модели вместе. Responses API пишет текст, Decisions API судит — отвечает «да/нет» с вероятностью, в 3 раза быстрее. Он понимает намерение параллельно с разбором и проверяет каждое место; отсеянное показывается в «Почему не другие?» с причиной. Пример: «с ребёнком, холодно» — судья понял ребёнка на 96%, за 0,2 секунды проверил 10 мест и убрал уличный парк — подходит лишь на 7%. Процент виден в карточке.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3:10–3:30. Данные собираются автоматически: OpenStreetMap, Overture, Wikidata и Википедия, события Ticketon и Sxodim. 2271 место; для 1096 мы знаем, когда можно прийти. Нет данных — так и пишем. 2ГИС не используем: лицензия запрещает.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3:30–3:50. У каждого факта — источник и дата, а теперь и проверка второй моделью. Неизвестное подписано. Приватность: геолокация ~100 м, в ИИ не уходит; номера домов и телефоны маскируются; аналитика только k-анонимная.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3:50–4:05. Для города: что ищут жители и гости, где и когда, и где город не отвечает. Только счётчики от пяти запросов на ячейку около километра — и открытый JSON для дашбордов НИЦ.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4:05–4:20. 170 из 170 автоматических проверок на 15 сценариях, медиана ответа 4,4 секунды, около 1580 автотестов в CI на каждый push. Нейтральный ИИ-судья: 20 из 23 ответов без неподтверждённых утверждений.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4:20–4:35. Честно о рисках: часов в открытых данных мало, часы меняются, ИИ может ошибиться, судья — публичная бета. На каждый риск — ответ: источник и дата, валидатор, вторая модель, таймаут и честный шаблон.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4:35–4:50. Модель — B2G white-label для Smart Astana, Visit Astana и киосков аэропорта, аналитика для акимата, партнёры-заведения. Это план: сначала пилот на реальных прогулках.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4:50–5:00. Меньше планирования — больше открытий. QR-коды: сайт, демо-видео на YouTube и бот в Telegram. Спасибо!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jpg"/><Relationship Id="rId3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Relationship Id="rId3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jpg"/><Relationship Id="rId3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jpg"/><Relationship Id="rId3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jpg"/><Relationship Id="rId3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jpg"/><Relationship Id="rId3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jpg"/><Relationship Id="rId3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jpg"/><Relationship Id="rId3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jpg"/><Relationship Id="rId3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jpg"/><Relationship Id="rId3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jpg"/><Relationship Id="rId3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.jpg"/><Relationship Id="rId3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4.jpg"/><Relationship Id="rId3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5.jpg"/><Relationship Id="rId3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